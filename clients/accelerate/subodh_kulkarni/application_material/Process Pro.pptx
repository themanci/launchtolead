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CE5B6-F23A-C358-9E73-FC555F132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D214E-ED9B-0818-0490-EA356E667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96461-BD3A-C0C6-9D5F-AFFFE3FD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18A4A-EF4B-42FD-95B3-2BF54208147E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BCA8E-E567-8277-EA2E-F7D08C88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BAE62-1BF3-B0A0-74AE-3F13FB7D0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6CDF9-1E93-458B-895D-B7C66B2E1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3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0D41-40AB-E1A2-7F5E-79E1E0C8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D6028-BFE6-08B5-C142-85525B944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90FE4-B187-0A6A-2273-E2E7C112E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18A4A-EF4B-42FD-95B3-2BF54208147E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7B2AA-41ED-7548-F920-BE6EB86F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7456A-7010-94B8-16DD-6737F2958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6CDF9-1E93-458B-895D-B7C66B2E1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70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E8BA6-BBCD-A618-6D7A-FB4777E24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C8F75-D96A-0D31-DF28-C85DD3F0B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2BE25-1721-3259-32A2-6C2F0E344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18A4A-EF4B-42FD-95B3-2BF54208147E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B7195-D3AE-D948-7DC8-7AFDA598E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3A12F-9834-83FE-757F-E677AF92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6CDF9-1E93-458B-895D-B7C66B2E1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9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47EB2-905C-D4A2-BD1E-913566DCB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86D50-5F9A-BEFD-CC39-AAE3B50ED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C631F-06AB-37E8-FF00-83F5D5CDE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4D1A7-C68F-0FAA-4CCD-65117419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18A4A-EF4B-42FD-95B3-2BF54208147E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70B0B-8AA4-095B-FB83-13C841943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66259-9AB8-2097-BC33-AA7801DD2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6CDF9-1E93-458B-895D-B7C66B2E1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0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FB81D-ED64-5324-1C3E-BA716659F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6A8D4-8C6E-D590-95E7-7B4528756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34E5A-1B1A-D5EE-7333-3706D33A5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F0906-9E23-FDBB-478F-F8ADC3F97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7AB55-1086-424C-E724-83FBF3B841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371E6C-1F74-B43C-EE23-53F601BB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18A4A-EF4B-42FD-95B3-2BF54208147E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6FDB25-43AF-8FDE-281B-9C5097308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D26075-5785-C449-7062-866F9E8E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6CDF9-1E93-458B-895D-B7C66B2E1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30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D327A-26C9-D174-5B1F-260921FB1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A1A8E3-C0F0-77F5-A15B-F35B731A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18A4A-EF4B-42FD-95B3-2BF54208147E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C6D1C7-1D57-6787-3E60-690A16C1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FF4CB-1B3C-CBC8-DA8F-5E285AD8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6CDF9-1E93-458B-895D-B7C66B2E1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864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F1AFE-1335-8150-7FCB-878898635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18A4A-EF4B-42FD-95B3-2BF54208147E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837208-711A-46CA-69A7-3FFBA5CC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BF4AB-5E09-E2E9-86C0-02A207F50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6CDF9-1E93-458B-895D-B7C66B2E1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64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AB4C4-D31D-EB56-B546-536F1D0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DC736-994E-EA98-6530-CDD2DBD5F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13810-5441-5F08-2C4A-EC4B18AEB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296D1-6A05-809A-02C9-194293377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18A4A-EF4B-42FD-95B3-2BF54208147E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5ACE5-7E8D-9037-C8F0-4CF2756AB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5BAAC-9BFB-EC65-CEE9-18C2AE0A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6CDF9-1E93-458B-895D-B7C66B2E1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52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1C3D2-CD85-E2AF-CDE5-B0F543BC7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B13FA1-38C4-67E1-7CAC-0E51E0D254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C3E98-BE27-76C3-284B-DCE7F4B29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89B48-EAF2-5AA0-3613-ABF525ECB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18A4A-EF4B-42FD-95B3-2BF54208147E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670D0-23CA-2837-E61B-0AE4FA18C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48E23-CBC8-C264-3112-8A1F08E6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6CDF9-1E93-458B-895D-B7C66B2E1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24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A0E98-9604-29D7-44DA-8BEAFA827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41DF5-371C-F3E5-87FD-8DF65AB12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76494-9C5C-1528-1909-117E50174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18A4A-EF4B-42FD-95B3-2BF54208147E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9A4FF-0E27-5D3B-4418-B02ECAF0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C8EE6-5178-EE0D-2C6C-09A2257E9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6CDF9-1E93-458B-895D-B7C66B2E1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2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0E073-3F25-0C83-0E66-914D72B822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085C2-59DE-BACD-1221-28D98BC4C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9153C-E6F4-0521-2C47-0511A260C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18A4A-EF4B-42FD-95B3-2BF54208147E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2F10F-46FA-F3E2-8088-B026EC0F8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AF398-EFCF-459E-02B1-0B51E8CF0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6CDF9-1E93-458B-895D-B7C66B2E1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7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3541F2-F837-45B4-39AC-368209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0932E-5AAF-652B-5F81-4B86FA36E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85E26-0574-D088-B2E9-C8B3D5F8A6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18A4A-EF4B-42FD-95B3-2BF54208147E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DA2EB-2741-980E-3176-E69B43D0C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04482-4ED8-2E72-2EE9-BC8F6B2B4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16CDF9-1E93-458B-895D-B7C66B2E13B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4EAED9-E568-985E-8010-6E2B23DC7C6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56975" y="66421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Company Use</a:t>
            </a:r>
          </a:p>
        </p:txBody>
      </p:sp>
    </p:spTree>
    <p:extLst>
      <p:ext uri="{BB962C8B-B14F-4D97-AF65-F5344CB8AC3E}">
        <p14:creationId xmlns:p14="http://schemas.microsoft.com/office/powerpoint/2010/main" val="156066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1023A2-381F-64B6-3838-C098BFE25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6" y="228622"/>
            <a:ext cx="11391410" cy="640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26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0EA7-C807-1D3E-A912-396317EBE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35" y="249600"/>
            <a:ext cx="10789879" cy="635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670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88fff8-b053-4fb1-90cd-f0bc93ae9791}" enabled="1" method="Privileged" siteId="{39b03722-b836-496a-85ec-850f0957ca6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Deere &amp;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Subodh Kulkarni, Ph.D.</dc:creator>
  <cp:lastModifiedBy>Subodh Kulkarni, Ph.D.</cp:lastModifiedBy>
  <cp:revision>1</cp:revision>
  <dcterms:created xsi:type="dcterms:W3CDTF">2026-01-14T20:26:30Z</dcterms:created>
  <dcterms:modified xsi:type="dcterms:W3CDTF">2026-01-14T20:29:52Z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Company Use</vt:lpwstr>
  </property>
</Properties>
</file>